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Confidence threshold sensitivity sweep (0.60/0.05)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210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5.0 W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(CI/CD scan)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In progress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