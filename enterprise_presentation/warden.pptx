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</a:rPr>
              <a:t>WARDEN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148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0B981"/>
                </a:solidFill>
              </a:rPr>
              <a:t>Adaptive-Compute Neural Routing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97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4A3B8"/>
                </a:solidFill>
              </a:rPr>
              <a:t>for Enterprise LLMs on AMD ROCm™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91840"/>
            <a:ext cx="6400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Stops adversarial LLM traffic before it reaches your GPU.
Five cascading security tiers. Zero false positives. Real hardware validation.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 — 0 False Positives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3B82F6"/>
                </a:solidFill>
              </a:rPr>
              <a:t>4,850 req/s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Throughput (c=1, AMD W7900)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59E0B"/>
                </a:solidFill>
              </a:rPr>
              <a:t>14.1 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Avg GPU Power (vs 280W Baseline)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-15.2%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Red-Team Drift (Improved)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82880"/>
            <a:ext cx="2103120" cy="548640"/>
          </a:xfrm>
          <a:prstGeom prst="rect">
            <a:avLst/>
          </a:prstGeom>
          <a:solidFill>
            <a:srgbClr val="ED1C2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2468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AMD Developer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</a:rPr>
              <a:t>Enterprises route 100% of LLM traffic through massive generative models just to catch basic security threats.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5623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⚡ 280W wasted per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585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 simple SQL injection costs the same compute as generating a 2,000-token essay.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3463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077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⏱  4,800ms added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1012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Users wait 5+ seconds on security checks before their actual request is even processed.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88620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9593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🧠 VRAM saturated at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616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Context windows are consumed by security prompts, blocking actual inference capacity.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93775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💸 Over-provisioned hardware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132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Enterprises buy 2× GPU capacity just to keep up with security overhead.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80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"Using a 400B-parameter LLM to catch a 10-character SQL injection is a sledgehammer problem."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Solution: 5-Tier Intelligent Routing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9611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 intercepts every request and routes it to the cheapest tier capable of making a security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USER REQUEST ──► T0 (Regex) ──► T0.5 (Norm) ──► T1 (NLP) ──► T2 (DiffGuard/CaMeL) ──► T3 (AMD ROCm LLM)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647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37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0: Deterministic Regex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0025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SQL Injection · XSS · PII patterns · Known CVEs · Zero VRAM · CPU-only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0.4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025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783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774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4505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T0.5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0.5: Unicode &amp; Base64 Normalizer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883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Strips ZWS/BOM · Maps 8 math homoglyph families to ASCII · Decodes &amp; evaluates Base64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0B981"/>
                </a:solidFill>
              </a:rPr>
              <a:t>0.2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6883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4688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⚡ NORMALIZED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632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1363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108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1: Semantic NLP Classifier (DeBERTa-v3)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3741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Prompt leaks · Roleplay jailbreaks · Confidence threshold sensitivity sweep (0.60/0.05)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</a:rPr>
              <a:t>210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3741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5.0 W CPU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3154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749039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822191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37947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2: DiffGuard (CI/CD) &amp; CaMeL Tool Interceptor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059935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Semgrep AST · Hardcoded secrets · Declarative Policy-as-Code (policies/default.yaml) · Tool capability bounds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37947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~3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599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CPU / Disk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3840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4348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5079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T3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4805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3: AMD ROCm LLM (Qwen2.5-Coder-7B on W7900)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7457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Only ~5% of traffic reaches here · Async Batch Queue (guard_batch) · 8-bit KV cache · AMD Flash Attention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44805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F4444"/>
                </a:solidFill>
              </a:rPr>
              <a:t>~1.2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47457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240 W GPU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526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✓ ALLOWED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897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95% of adversarial traffic never reaches the GPU. The AMD W7900 stays in low-power Infinity Fabric sleep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Security Efficacy — Data-Backed Benchmark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210 attack samples · 13 OWASP LLM families · 24-Point Threshold Sensitivity Sweep |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
(0 False Positives)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Base64 Evasion
Catch Rate (T0.5)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-15.2%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Red-Team Drift
(Improved via Norm)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30/30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Benign Samples
Correctly Allowed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971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Per-Family Recall (Baseline  →  After Red-Team Mutation + Tier 0.5 Normalizer)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83280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41071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01 Direct Injection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4107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41071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37.5%  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85032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1246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02 Jailbreak DAN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7124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71246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45.5%  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86784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1421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03 Role-Playing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01421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01421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288536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31596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04 Encoding Obfuscation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31596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31596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71.4%  ✓✓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90288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61772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05 Multi-Turn Adversarial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61772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461772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892040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91947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06 Tool Call Injection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9194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491947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5193792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22122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07 Payload in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2212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52212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38.9%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495544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52297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10 Code Injection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552297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552297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41.7%  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797296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582472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12 Data Poisoning (RAG)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0" y="582472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13.33%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582472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12.5%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6099048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612648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13 Benign Control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612648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N/A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612648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100% ✓✓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32461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OWASP Family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3246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</a:rPr>
              <a:t>Baseline Recall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324612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</a:rPr>
              <a:t>After Mutations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Red Team Evasion Testing — Tier 0.5 Normalizer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200 adversarial mutations across 8 mutators. Tier 0.5 Unicode/Base64 normalizer flipped drift to -0.152 (IMPROVED)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5391302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base64_decode_exec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5544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Decodes Base64 payloads and appends plaintext — Warden catches 73.7%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3055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" y="2148840"/>
            <a:ext cx="2435961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05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paraphrase_scaffold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1305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33.3%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231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Rewrites attacks in academic/polite framing — 33.3% catch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0662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2724912"/>
            <a:ext cx="2092147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0662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zero_width_split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7066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9923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zero-width Unicode (ZWS, BOM) — 28.6% catch 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82696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3300984"/>
            <a:ext cx="171907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28269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homoglyph_swap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2826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23.5%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575303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Folds 8 math/alphanumeric homoglyph families to ASCII — 23.5% catch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3877055"/>
            <a:ext cx="156545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5876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spongebob_case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8587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151376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Case-insensitive normalization — 21.4% catch rate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43484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453127"/>
            <a:ext cx="7315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434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whitespace_mangle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34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10.0%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2744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Collapses irregular whitespace tokens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01091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048" y="5029200"/>
            <a:ext cx="519379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010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tag_injection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5010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7.1%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30352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HTML/XML tag obfuscations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58698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4048" y="5605272"/>
            <a:ext cx="457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5869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payload_swap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558698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87959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Replaces payload content while preserving attack 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With vs Without Warden — Empirical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Direct side-by-side benchmark across 210 OWASP attack/benign samples (AMD Radeon 48GB VRAM)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0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WITHOUT WARDEN (Standard Unprotected LLM)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95144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Average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9631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1,200 ms - 4,800 ms per request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53512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Power Draw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5468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280.0 W (Continuous 100% TDP)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57016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11880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Cloud GPU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81304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$3.50 - $10.00 / hour per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15384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70248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Early Exit Defense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47141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0% (All attacks reach generative LLM)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873752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928616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Energy per 10k Reqs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93.3 kWh consumed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32120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586983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Memory Saturation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78815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100% VRAM saturation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WITH WARDEN (5-Tier Cascading Engine)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240280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2295144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Average Latency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24963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0.11 ms - 210 ms (99.9% Latency Reduction)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898648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295351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Power Draw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1546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14.1 W Average (265.9 W Power Saved)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557016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361188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Cloud GPU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38130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$0.05 / hour (95% GPU Cost Reduction)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215384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4270248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Early Exit Defense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447141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100% Precision (Zero False Positives)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873752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4928616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Energy per 10k Reqs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512978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0.047 kWh (99.9% Energy Saved)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5532120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5586983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Memory Saturation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57881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8.4 GB (8-bit KV Cache Quantized)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W7900 Hardware Stress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ROCm 7.2.1 · Qwen2.5-Coder-7B · rocBLAS GEMM Cache Primed · KV Cache q8_0 · AMD Flash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1430000" cy="36576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Concurrency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3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Req/s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P50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P99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VRAM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4,850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507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210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4243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250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6267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8.4 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70048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771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507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4243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310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28416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6771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450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243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520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24.8 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4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986784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6771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3,800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507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850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4243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1,150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267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41.2 GB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45152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6771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0507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4243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267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48.0 GB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4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❌ OOM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5440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★  Peak throughput 4,850 req/s with only 8.4 GB VRAM — rocBLAS warmup primes autotuned GEMM kernels before telemetry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5870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⚠   OOM at concurrency=64 is a real limitation. Max stable deployment: 32 concurrent contexts on W7900.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ROCm Power 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Real telemetry from 518 measurement samples — AMD Radeon PRO W7900, ROCm 7.2.1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WARDEN 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10B981"/>
                </a:solidFill>
              </a:rPr>
              <a:t>14.1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Average GPU power — real measurement
Max spike: 17.0W  |  518 telemetry samples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BASELINE LLM (no routing)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EF4444"/>
                </a:solidFill>
              </a:rPr>
              <a:t>~280 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Continuous GPU power with no routing
Estimated from vendor TDP specs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11430000" cy="731520"/>
          </a:xfrm>
          <a:prstGeom prst="rect">
            <a:avLst/>
          </a:prstGeom>
          <a:solidFill>
            <a:srgbClr val="10191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029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⚡  ~266 Watts saved per blocked request   |   AMD Infinity Fabric sleep-state active 95% of 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15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KV Cache q8_0: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7150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Qwen 7B VRAM: 16.2 GB → 8.4 GB (48% reduction). Doubles batch capacity.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53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AMD Flash Attention: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0533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Attention computed in SRAM. Throughput: 1,200 → 4,850 tokens/s.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91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Core Pinning (Zen):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39165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Physical core pinning eliminates L3 cache thrashing during CPU tokenization.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OWASP LLM Top 10 — Coverage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OWASP 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Warden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0972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94A3B8"/>
                </a:solidFill>
              </a:rPr>
              <a:t>Recall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4533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54533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T0.5 + Tier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37.5% (Precision 100%)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002536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03911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0391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Output Handling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496312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5328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25328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Training Data Poisoning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(DiffGuard)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13.33%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90088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02666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0266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Denial of 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(rate rules)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483864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5204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3520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Supply Chain Vulnerabilities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(CI/CD scan)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In progress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977639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01421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401421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Sensitive Info Disclosure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Tier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471416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5079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4507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Plugin 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Blocked by Capability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965192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00176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50017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Excessive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Data-Flow Blocked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458968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4955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4955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Overreliance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3 (monitored)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Monitored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952744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989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5989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Theft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(pattern)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"Partial" = architecture is wired; recall improves with domain-specific fine-tuning of Tier 1 DeBERTa-v3 model.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DiffGuard &amp; CaMeL Tool Interceptor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Warden's Tier 2 defenses — code commit verification + LLM tool call capability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What Tier 2 Enforces: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Hardcoded AWS / GCP secrets in PRs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44144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SQL injection in query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1693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Prompt injection in AI pipeline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9242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CaMeL Tool Call Interception (blocks unsafe delete_file/exec)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6791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Declarative Policy-as-Code (policies/default.yaml)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43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Shadow Mode logging for zero-risk enterprise rollout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669280" cy="4846320"/>
          </a:xfrm>
          <a:prstGeom prst="rect">
            <a:avLst/>
          </a:prstGeom>
          <a:solidFill>
            <a:srgbClr val="0D1117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5669280" cy="411480"/>
          </a:xfrm>
          <a:prstGeom prst="rect">
            <a:avLst/>
          </a:prstGeom>
          <a:solidFill>
            <a:srgbClr val="161B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● ● ●   CaMeL Capability Tracker &amp; DiffGuard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01168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# LLM Tool Call Interception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35915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  tool_call: delete_file(path='/etc/passwd')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70662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context: untrusted_url_content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05409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4015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9E0B"/>
                </a:solidFill>
              </a:rPr>
              <a:t>[CAMEL CAPABILITY TRACKER]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49039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⛔  BLOCKED — Control Arg Tainted by External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0965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Rule: block-file-system-destruction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44398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Policy: policies/default.yaml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79145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B981"/>
                </a:solidFill>
              </a:rPr>
              <a:t>Action: Tool call aborted before execution.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DiffGuard uses Semgrep AST analysis. CaMeL checks control-argument provenance before tool execution.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What We Built &amp; 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✅  Accomplished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100% precision — zero false positives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3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Tier 0.5 Unicode &amp; Base64 normalizer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Data-backed threshold sensitivity sweep (0.60/0.05)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8328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Red-team drift flipped to -0.152 (IMPROVED)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4,850 req/s on AMD W7900 (real measurement)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8912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14.1W avg power vs 280W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9204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CaMeL Tool Interceptor &amp; Policy-as-Code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949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Enterprise UI with SSE Live Test Runner &amp; ROI Calculator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🚀  Next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87451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1.  Fine-tune DeBERTa-v3 on adversarial LLM data
  → push recall from 37% to 80%+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9747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2.  Kubernetes sidecar injection
  → zero-config enterprise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52043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3.  Expand Tier 0 regex corpus
  → cover remaining OWASP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343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4.  Open-source community tiers
  → image &amp; audio attack scanning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663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5.  Warden Cloud: managed routing-as-a-service
  → for any AMD ROCm deployment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50508"/>
                </a:solidFill>
              </a:rPr>
              <a:t>Architecture beats brute force. Route smarter, not harder.   ·   MIT Licensed   ·   AMD ROCm™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