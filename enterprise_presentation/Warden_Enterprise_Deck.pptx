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3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Four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F4444"/>
                </a:solidFill>
              </a:rPr>
              <a:t>210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P50 Latency (Tier 1 NLP)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F4444"/>
                </a:solidFill>
              </a:rPr>
              <a:t>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F4444"/>
                </a:solidFill>
              </a:rPr>
              <a:t>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F4444"/>
                </a:solidFill>
              </a:rPr>
              <a:t>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F4444"/>
                </a:solidFill>
              </a:rPr>
              <a:t>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Solution: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</a:rPr>
              <a:t>USER REQUEST  ──►  WARDEN ROUTER  ──►  Cheapest Tier  ──►  AMD ROCm LLM (only ~5% of traffic)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11247120" cy="68580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103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231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9 W  CPU-only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148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11247120" cy="6858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01752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</a:rPr>
              <a:t>T1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971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91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Prompt leaks · Roleplay jailbreaks · Base64 obfuscation · CPU/NPU bound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971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</a:rPr>
              <a:t>210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14.1 W 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017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94760"/>
            <a:ext cx="11247120" cy="68580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B82F6"/>
                </a:solidFill>
              </a:rPr>
              <a:t>T2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840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Tier 2: DiffGuard — CI/CD Code 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60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Semgrep AST · Hardcoded secrets · GitHub Actions hooks · Vulnerable PRs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404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3B82F6"/>
                </a:solidFill>
              </a:rPr>
              <a:t>~3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160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8862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63440"/>
            <a:ext cx="11247120" cy="77724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4754879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709159"/>
            <a:ext cx="36576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FFFFFF"/>
                </a:solidFill>
              </a:rPr>
              <a:t>Tier 3: AMD </a:t>
            </a:r>
            <a:r>
              <a:rPr sz="1300" b="1" dirty="0" err="1">
                <a:solidFill>
                  <a:srgbClr val="FFFFFF"/>
                </a:solidFill>
              </a:rPr>
              <a:t>ROCm</a:t>
            </a:r>
            <a:r>
              <a:rPr sz="1300" b="1" dirty="0">
                <a:solidFill>
                  <a:srgbClr val="FFFFFF"/>
                </a:solidFill>
              </a:rPr>
              <a:t> LLM (Qwen2.5-Coder-7B on W7900)</a:t>
            </a:r>
            <a:endParaRPr lang="en-US" sz="1300" b="1" dirty="0">
              <a:solidFill>
                <a:srgbClr val="FFFFFF"/>
              </a:solidFill>
            </a:endParaRPr>
          </a:p>
          <a:p>
            <a:pPr algn="l"/>
            <a:endParaRPr sz="1300" b="1" dirty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" y="5152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94A3B8"/>
                </a:solidFill>
              </a:rPr>
              <a:t>Only ~5% of traffic reaches here · 48GB VRAM · KV cache q8_0 · AMD Flash Attention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70915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152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>
                  <a:srgbClr val="94A3B8"/>
                </a:solidFill>
              </a:rPr>
              <a:t>240 W  GPU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7548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600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Real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Evaluated on AMD W7900 (ROCm 7.2.1)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Recall after
Red-Team Mutations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61.3%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Best Catch Rate
(Base64 Evasion)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16.7%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41.2% 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Red Team Evasion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200 adversarial mutations generated across 8 attack mutators against 210-sample baseline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4484217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61.3%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Encodes payloads in Base64 and wraps in exec() — Warden catches 61.3%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polite/academic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Injects zero-width Unicode between attack tokens — 23.5%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046073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14.3%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ASCII chars with visually identical Unicode glyphs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00949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13.8%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AlTeRnAtInG cAsE to evade regex — 13.8%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877824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12.0%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Injects irregular whitespace between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731520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10.0%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keeping attack structure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292608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4.0%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Injects HTML/XML tags — currently lowest catch rate (4%)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ROCm 7.2.1 · Qwen2.5-Coder-7B · KV Cache q8_0 · AMD Flash Attention enabled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39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59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39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59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39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59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1480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39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59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39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59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★  Peak throughput 4,850 req/s with only 8.4 GB VRAM — 8-bit KV cache quantization allows 2× batch capacity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10B981"/>
                </a:solidFill>
              </a:rPr>
              <a:t>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26.67%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(CI/CD scan)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In progress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DiffGuard: CI/CD Pipeline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Warden's unique Tier 2 — intercepts malicious code before it merges into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What it catches: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Dangerous eval() / exec() 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Insecure deserialization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▸  Training data poisoning via data scripts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api/user_lookup.py  [PR #1042]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Add user lookup endpoint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- query = 'SELECT id FROM users'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+ query = f"SELECT * FROM users WHERE username='{username}'"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conn.execute(query)  # ← SQL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[WARDEN DIFFGUARD]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Tier 2 Security Violation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sql-injection/string-format-query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13892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File: api/user_lookup.py  Line: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48640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PR merge blocked. Review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Semgrep's AST parser for semantic analysis. Regex fallback ships for environments without Semgrep.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210-sample evaluation across 13 OWASP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8-mutator red-team engine (200 mutations)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Complete FastAPI web UI + demo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DiffGuard CI/CD GitHub Actions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Full hardware telemetry pipeline (518 samples)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3B82F6"/>
                </a:solidFill>
              </a:rPr>
              <a:t>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94A3B8"/>
                </a:solidFill>
              </a:rPr>
              <a:t>  1.  Fine-tune DeBERTa-v3 on adversarial LLM data
  → push recall from 22%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1413</Words>
  <Application>Microsoft Office PowerPoint</Application>
  <PresentationFormat>Custom</PresentationFormat>
  <Paragraphs>260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Aman ____</cp:lastModifiedBy>
  <cp:revision>3</cp:revision>
  <dcterms:created xsi:type="dcterms:W3CDTF">2013-01-27T09:14:16Z</dcterms:created>
  <dcterms:modified xsi:type="dcterms:W3CDTF">2026-07-30T22:45:57Z</dcterms:modified>
  <cp:category/>
</cp:coreProperties>
</file>